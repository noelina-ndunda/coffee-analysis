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3" d="100"/>
          <a:sy n="63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4d8e212-b2e5-4001-9b6c-2b6b327c9c90}">
  <we:reference id="WA200003233" version="2.0.0.3" store="en-GB" storeType="OMEX"/>
  <we:alternateReferences/>
  <we:properties>
    <we:property name="Microsoft.Office.CampaignId" value="&quot;none&quot;"/>
    <we:property name="reportUrl" value="&quot;/groups/me/reports/45339a30-a882-45d1-b2b1-d35d42060473/3346abbb3b3fb767f01b?bookmarkGuid=4ca909fa-c835-448d-b604-9b74753bc6c0&amp;bookmarkUsage=1&amp;ctid=5af1c057-ef55-4bf9-86ed-9d140fc9ebe5&amp;fromEntryPoint=export&quot;"/>
    <we:property name="reportState" value="&quot;CONNECTED&quot;"/>
    <we:property name="artifactViewState" value="&quot;live&quot;"/>
    <we:property name="reportEmbeddedTime" value="&quot;2025-09-11T10:08:54.698Z&quot;"/>
    <we:property name="creatorSessionId" value="&quot;44c65aff-113e-412e-adf9-c5923862c595&quot;"/>
    <we:property name="creatorUserId" value="&quot;1003200212451297&quot;"/>
    <we:property name="creatorTenantId" value="&quot;5af1c057-ef55-4bf9-86ed-9d140fc9ebe5&quot;"/>
    <we:property name="pageDisplayName" value="&quot;Page 1&quot;"/>
    <we:property name="pageName" value="&quot;3346abbb3b3fb767f01b&quot;"/>
    <we:property name="reportName" value="&quot;Coffee Sales Analysis Report&quot;"/>
    <we:property name="isVisualContainerHeaderHidden" value="false"/>
    <we:property name="isFiltersActionButtonVisible" value="true"/>
    <we:property name="initialStateBookmark" value="&quot;H4sIAAAAAAAAA+VXUW/aMBD+K5Of0URISEjfKK00qaOtSrU9TCi62Bdwa+LIMR2s4r/v7NCutKhsU8uQxkNI7i533919F9v3TMi6UrA8hxmyI3as9e0MzO2HgLVYuZZdXJwN+1dn2Xl/eEpiXVmpy5od3TMLZoL2i6znoJwHEn4btxgodQkT91SAqrHFKjS1LkHJH9gYk8qaOa5aDBeV0gacy5EFi87tHZnTM8UOPoYUEbiVdzhCbhtpGEYx5Hke5mGRJ3FStIOczOrGwCPbauJc+/ADXVqQJYVxMt6DdpC20zyIkwi7kQjzjpMXUtm1Sb48XVSGsqOcl5WryoCwTrSRHBTzWRisG9D3bKDVfObvTjfkIz03HK+w8KrSSrt0nnRRYFaDooKtqCKXRlO9vIo7FWa+EU411d8HBimyYEftVesRTF/cQclJ+hzJEKGeG3wDKH1qCvU0+0QvZrrIBCxfhbSf+kA9zXzAl1DGJKllOVFryv3q/nWDkKt5Tf1FcQxmMAVjHbfzGyKRazm9rY1Ac7z0XT+R5oF+ndYz2O9d5NX4YQTI9OYJydc1bhC+E+nGK6dO84iD6IWik2AXEwSA+DBG5FrO0JXqZAcf32pEsrX9SyDagspGjxj/kI2VxH2S8DfT2DP1NpvZUC8W7U7M20WcJnTBME2hvZN6B/hB3COkIS1v01oTmQ4E0FfEW+rpaF+Q3mtIORixVh3sWuHMRJz24m43DaDI23EcFHEYOr+vJmdxYXO92MzMeYMCwzjuhhw6EY9FFCXJf7o/+kte7XlX9PqSeLD7osNckrbthmgSQIhuGHZ6PIIiCXtF8mIgmhPVPQNBDuJeSBunThB1uBDQc/L16WqruvXAl6ZF17o6Z5t9DByOfzR1fnk5+KHbyXNY4xspydFs+6z731MJmyEdeN2Nntu6Ao6XUKJvQNXgkujtKGEohQPi7437/yyJHA2OL6DmDoI/HjMfhKDJXOGOF9yhmXlYjomrn5i0QLS/DwAA&quot;"/>
    <we:property name="bookmark" value="&quot;H4sIAAAAAAAAA+VXUW+bMBD+K5OfowkwMdC3Nq20h7Wqlqp7mCJ02EdCSzAypksW5b/vDGnXtFG7TW0WaXkgcHfcfXf3HbZXTBVNXcLyAubIjtiJ1rdzMLcffDZgVS/jSkYyj6MwSvzQ80UQBx5pdW0LXTXsaMUsmCna66JpoXSOSPhtMmBQlpcwdU85lA0OWI2m0RWUxQ/sjUllTYvrAcNFXWoDzuXYgkXn9o7M6Zkg+B85RQRpizsco7S9lPNQQJZlPON5Foko9/yMzJreoEO208S57sKPdGWhqCiMk8kYPD/xkswXUYjDUPEscPK8KO3GJFueLWpD2VHOy9oVZ0RYp9oUEkrWZWGw6UGv2EiX7by7O9uSj3VrJH7BvFNVtrBL50nnOaYNlFSwNVXk0miqV6eSToVp1w+nmunvI4MUWbEjbz14AHOs7qCSJH2K5ByhaQ2+AZRjagr1NP1EL6Y6TxUsX4S0n/pAM0u7gM+hTEjSFNW03FDuV/eveoSybBvqL6oTMKMZGOu4nd0QiVzL6W1tFJqTZdf108Lc0y8YPIH93kVeT+5HgExvHpF8U+Me4TuRbrJ26iQLJaiYqyDCIUYIAOIwRuSqmKMr1ekrfHyrEUk39s+BaAtlOn7A+IdsrAvcJwl/M409U2+7mT31hPICIb1cJBFdkCcJeK9S7wA/iHuEdE7L26zRRKYDAfQV8ZZ6Ot4XpPcaUglGbVQHu1Y4MyWSWAyHiQ955gnh54Jz5/fF5CwubKYX25k5b5AjF2LIJQShFCoMo+g/3R/9Ja/2vCt6eUk82H3RYS5Ju3ZDNAmg1JDzIJYh5BGP8+jZQPQHqxUDRQ5EzGnjFPhhIJWC2Mk3h6yd6sE9X/oWXen6gm330Xc4/tHUdcvLwQ/dqzyHDb5xWUg0uz7r3e+xhM2RDrzuRre2qUHiJVTYNaDucRXY2VHCUCkHpLs37v9zQeTocVxD2ToI3fGYdWEcs9Y/AT8HGXWWDwAA&quot;"/>
    <we:property name="datasetId" value="&quot;3de776db-8b29-4ad5-a1de-2a2e386ca09f&quot;"/>
    <we:property name="embedUrl" value="&quot;/reportEmbed?reportId=45339a30-a882-45d1-b2b1-d35d42060473&amp;config=eyJjbHVzdGVyVXJsIjoiaHR0cHM6Ly9XQUJJLVdFU1QtRVVST1BF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Noelina Ndunda</cp:lastModifiedBy>
  <cp:revision>3</cp:revision>
  <dcterms:created xsi:type="dcterms:W3CDTF">2018-06-07T21:39:02Z</dcterms:created>
  <dcterms:modified xsi:type="dcterms:W3CDTF">2025-09-11T11:27:52Z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